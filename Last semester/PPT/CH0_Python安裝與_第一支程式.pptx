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67" r:id="rId3"/>
    <p:sldId id="258" r:id="rId4"/>
    <p:sldId id="259" r:id="rId5"/>
    <p:sldId id="268" r:id="rId6"/>
    <p:sldId id="269" r:id="rId7"/>
    <p:sldId id="270" r:id="rId8"/>
    <p:sldId id="271" r:id="rId9"/>
    <p:sldId id="272" r:id="rId10"/>
    <p:sldId id="273" r:id="rId11"/>
    <p:sldId id="260" r:id="rId12"/>
    <p:sldId id="261" r:id="rId13"/>
    <p:sldId id="262" r:id="rId14"/>
    <p:sldId id="263" r:id="rId15"/>
    <p:sldId id="264" r:id="rId16"/>
    <p:sldId id="265" r:id="rId17"/>
    <p:sldId id="274" r:id="rId18"/>
    <p:sldId id="266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666" y="-2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A2394-1285-495F-8E62-BC5C4AE94712}" type="datetimeFigureOut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4EBA9-2547-4A46-A323-7359B18DE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5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2DA401E8-250E-4A0B-A570-C8F8E28D5ECA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A7AC-3A9B-4E0B-A3EE-C1A5E6577FC1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2F7F-66E1-4BD8-8358-B9449AFC1EA5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6DC5-8347-4E7C-AA75-4A93A48ABF15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B261-B2C5-4722-8682-D6349AA00554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5F785-0354-4D7E-86CF-02F7E7F2AAF8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1DC2-AEA8-4650-8021-EEE1B69AD3B4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56258AC5-EEEB-4381-ABF5-66F5D8FE056D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D1DC5AD4-5A3B-424C-BE51-DA6180DBE2FC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E782C-2FE0-4EE7-83A3-037BE068174F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72D9-5991-45FA-A59F-2B7E5EDC5A42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74EB7C9-C395-45C3-A677-96F4BE65B996}" type="datetime1">
              <a:rPr lang="zh-TW" altLang="en-US" smtClean="0"/>
              <a:t>2015/8/17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F26B679F-B516-4F2D-A646-4E2F7360E6C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pydoing.blogspot.tw/2010/11/python-pathset.html" TargetMode="External"/><Relationship Id="rId2" Type="http://schemas.openxmlformats.org/officeDocument/2006/relationships/hyperlink" Target="http://www.foolegg.com/how-to-build-a-python-programming-environment-on-window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jishus.org/?p=309" TargetMode="External"/><Relationship Id="rId4" Type="http://schemas.openxmlformats.org/officeDocument/2006/relationships/hyperlink" Target="http://pydoing.blogspot.tw/2014/07/python-guid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Python</a:t>
            </a:r>
            <a:r>
              <a:rPr lang="zh-TW" altLang="en-US" dirty="0" smtClean="0"/>
              <a:t>安裝與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第一支程式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009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學習目標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本</a:t>
            </a:r>
            <a:r>
              <a:rPr lang="zh-TW" altLang="en-US" dirty="0" smtClean="0"/>
              <a:t>章節介紹</a:t>
            </a:r>
            <a:r>
              <a:rPr lang="en-US" altLang="zh-TW" dirty="0" smtClean="0"/>
              <a:t>:</a:t>
            </a:r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 smtClean="0"/>
              <a:t>如何安裝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程式語言。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建立第一支</a:t>
            </a:r>
            <a:r>
              <a:rPr lang="zh-TW" altLang="en-US" dirty="0" smtClean="0"/>
              <a:t>程式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35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764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安裝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使用瀏覽器</a:t>
            </a:r>
            <a:r>
              <a:rPr lang="zh-TW" altLang="en-US" dirty="0" smtClean="0"/>
              <a:t>進「</a:t>
            </a:r>
            <a:r>
              <a:rPr lang="en-US" altLang="zh-TW" u="sng" dirty="0">
                <a:solidFill>
                  <a:srgbClr val="FF0000"/>
                </a:solidFill>
              </a:rPr>
              <a:t> https://</a:t>
            </a:r>
            <a:r>
              <a:rPr lang="en-US" altLang="zh-TW" u="sng" dirty="0" smtClean="0">
                <a:solidFill>
                  <a:srgbClr val="FF0000"/>
                </a:solidFill>
              </a:rPr>
              <a:t>www.python.org/downloads/ </a:t>
            </a:r>
          </a:p>
          <a:p>
            <a:pPr marL="0" indent="0">
              <a:buNone/>
            </a:pPr>
            <a:r>
              <a:rPr lang="zh-TW" altLang="en-US" dirty="0" smtClean="0"/>
              <a:t>」，在選單選擇「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Download Python 3.4.3 </a:t>
            </a:r>
            <a:r>
              <a:rPr lang="zh-TW" altLang="en-US" dirty="0" smtClean="0"/>
              <a:t>」。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42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點選</a:t>
            </a:r>
            <a:r>
              <a:rPr lang="en-US" altLang="zh-TW" dirty="0" smtClean="0"/>
              <a:t> Next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924944"/>
            <a:ext cx="3901630" cy="3357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765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點選</a:t>
            </a:r>
            <a:r>
              <a:rPr lang="en-US" altLang="zh-TW" dirty="0"/>
              <a:t> Next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996952"/>
            <a:ext cx="3792264" cy="3263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2025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點選</a:t>
            </a:r>
            <a:r>
              <a:rPr lang="en-US" altLang="zh-TW" dirty="0"/>
              <a:t> Next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069771"/>
            <a:ext cx="3760378" cy="323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86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點選</a:t>
            </a:r>
            <a:r>
              <a:rPr lang="en-US" altLang="zh-TW" dirty="0"/>
              <a:t> </a:t>
            </a:r>
            <a:r>
              <a:rPr lang="en-US" altLang="zh-TW" dirty="0" smtClean="0"/>
              <a:t>Finish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824796"/>
            <a:ext cx="3960440" cy="340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603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安裝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打開搜尋打「</a:t>
            </a:r>
            <a:r>
              <a:rPr lang="zh-TW" altLang="en-US" dirty="0"/>
              <a:t>環境</a:t>
            </a:r>
            <a:r>
              <a:rPr lang="zh-TW" altLang="en-US" dirty="0" smtClean="0"/>
              <a:t>變數」 。點選編輯系統環境變數，再點選「環境變數</a:t>
            </a:r>
            <a:r>
              <a:rPr lang="en-US" altLang="zh-TW" dirty="0" smtClean="0"/>
              <a:t>(N)</a:t>
            </a:r>
            <a:r>
              <a:rPr lang="zh-TW" altLang="en-US" dirty="0" smtClean="0"/>
              <a:t>」 ，之後</a:t>
            </a:r>
            <a:r>
              <a:rPr lang="zh-TW" altLang="en-US" dirty="0"/>
              <a:t>在</a:t>
            </a:r>
            <a:r>
              <a:rPr lang="zh-TW" altLang="en-US" dirty="0" smtClean="0"/>
              <a:t>「</a:t>
            </a:r>
            <a:r>
              <a:rPr lang="zh-TW" altLang="en-US" dirty="0"/>
              <a:t>使用者變數</a:t>
            </a:r>
            <a:r>
              <a:rPr lang="zh-TW" altLang="en-US" dirty="0" smtClean="0"/>
              <a:t>」</a:t>
            </a:r>
            <a:r>
              <a:rPr lang="zh-TW" altLang="en-US" dirty="0"/>
              <a:t>內選舉「</a:t>
            </a:r>
            <a:r>
              <a:rPr lang="en-US" altLang="zh-TW" dirty="0"/>
              <a:t>Path</a:t>
            </a:r>
            <a:r>
              <a:rPr lang="zh-TW" altLang="en-US" dirty="0"/>
              <a:t>」一項，點擊「編輯</a:t>
            </a:r>
            <a:r>
              <a:rPr lang="en-US" altLang="zh-TW" dirty="0"/>
              <a:t>(I)…</a:t>
            </a:r>
            <a:r>
              <a:rPr lang="zh-TW" altLang="en-US" dirty="0"/>
              <a:t>」。在「變數值</a:t>
            </a:r>
            <a:r>
              <a:rPr lang="en-US" altLang="zh-TW" dirty="0"/>
              <a:t>(V):</a:t>
            </a:r>
            <a:r>
              <a:rPr lang="zh-TW" altLang="en-US" dirty="0"/>
              <a:t>」的數值最後位置加入</a:t>
            </a:r>
            <a:r>
              <a:rPr lang="en-US" altLang="zh-TW" dirty="0"/>
              <a:t>Python</a:t>
            </a:r>
            <a:r>
              <a:rPr lang="zh-TW" altLang="en-US" dirty="0"/>
              <a:t>的安裝目錄和</a:t>
            </a:r>
            <a:r>
              <a:rPr lang="en-US" altLang="zh-TW" dirty="0"/>
              <a:t>Scripts</a:t>
            </a:r>
            <a:r>
              <a:rPr lang="zh-TW" altLang="en-US" dirty="0"/>
              <a:t>目錄的位置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例如</a:t>
            </a:r>
            <a:r>
              <a:rPr lang="en-US" altLang="zh-TW" dirty="0" smtClean="0"/>
              <a:t>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;C:\Python34;C:\Python34\Scripts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2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安裝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204864"/>
            <a:ext cx="4266585" cy="407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754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第一支程式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15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第一支程式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TW" altLang="en-US" dirty="0"/>
              <a:t>幾乎所有教程式語言的書籍，他的第一個練習程式都是</a:t>
            </a:r>
            <a:r>
              <a:rPr lang="en-US" altLang="zh-TW" dirty="0" err="1"/>
              <a:t>HelloWorld</a:t>
            </a:r>
            <a:r>
              <a:rPr lang="zh-TW" altLang="en-US" dirty="0"/>
              <a:t>，</a:t>
            </a:r>
            <a:r>
              <a:rPr lang="zh-TW" altLang="en-US" dirty="0" smtClean="0"/>
              <a:t>所謂的</a:t>
            </a:r>
            <a:r>
              <a:rPr lang="en-US" altLang="zh-TW" dirty="0" err="1" smtClean="0"/>
              <a:t>HelloWorld</a:t>
            </a:r>
            <a:r>
              <a:rPr lang="zh-TW" altLang="en-US" dirty="0"/>
              <a:t>就是要讓程式輸出「</a:t>
            </a:r>
            <a:r>
              <a:rPr lang="en-US" altLang="zh-TW" dirty="0" err="1"/>
              <a:t>HelloWorld</a:t>
            </a:r>
            <a:r>
              <a:rPr lang="zh-TW" altLang="en-US" dirty="0"/>
              <a:t>」，而在</a:t>
            </a:r>
            <a:r>
              <a:rPr lang="zh-TW" altLang="en-US" dirty="0" smtClean="0"/>
              <a:t>這教</a:t>
            </a:r>
            <a:r>
              <a:rPr lang="zh-TW" altLang="en-US" dirty="0"/>
              <a:t>大家寫出</a:t>
            </a:r>
            <a:r>
              <a:rPr lang="zh-TW" altLang="en-US" dirty="0" smtClean="0"/>
              <a:t>第一個</a:t>
            </a:r>
            <a:r>
              <a:rPr lang="en-US" altLang="zh-TW" dirty="0" smtClean="0"/>
              <a:t>Python</a:t>
            </a:r>
            <a:r>
              <a:rPr lang="zh-TW" altLang="en-US" dirty="0"/>
              <a:t>的程式，並且簡單講解</a:t>
            </a:r>
            <a:r>
              <a:rPr lang="en-US" altLang="zh-TW" dirty="0"/>
              <a:t>Python</a:t>
            </a:r>
            <a:r>
              <a:rPr lang="zh-TW" altLang="en-US" dirty="0"/>
              <a:t>的一些</a:t>
            </a:r>
            <a:r>
              <a:rPr lang="zh-TW" altLang="en-US" dirty="0" smtClean="0"/>
              <a:t>用法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38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第一支程式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開啟 </a:t>
            </a:r>
            <a:r>
              <a:rPr lang="en-US" altLang="zh-TW" dirty="0" smtClean="0"/>
              <a:t>IDLE</a:t>
            </a:r>
            <a:r>
              <a:rPr lang="zh-TW" altLang="en-US" dirty="0" smtClean="0"/>
              <a:t> </a:t>
            </a:r>
            <a:r>
              <a:rPr lang="en-US" altLang="zh-TW" dirty="0" smtClean="0"/>
              <a:t>Python 3.4 GUI</a:t>
            </a:r>
          </a:p>
          <a:p>
            <a:r>
              <a:rPr lang="zh-TW" altLang="en-US" dirty="0"/>
              <a:t>新增</a:t>
            </a:r>
            <a:r>
              <a:rPr lang="zh-TW" altLang="en-US" dirty="0" smtClean="0"/>
              <a:t>方案</a:t>
            </a:r>
            <a:r>
              <a:rPr lang="en-US" altLang="zh-TW" dirty="0" smtClean="0"/>
              <a:t>:</a:t>
            </a:r>
            <a:r>
              <a:rPr lang="zh-TW" altLang="en-US" dirty="0" smtClean="0"/>
              <a:t>點選</a:t>
            </a:r>
            <a:r>
              <a:rPr lang="en-US" altLang="zh-TW" dirty="0" smtClean="0"/>
              <a:t>File=&gt;New File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06"/>
          <a:stretch/>
        </p:blipFill>
        <p:spPr bwMode="auto">
          <a:xfrm>
            <a:off x="1475656" y="3212976"/>
            <a:ext cx="5741920" cy="2631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2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第一支程式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輸入</a:t>
            </a:r>
            <a:r>
              <a:rPr lang="en-US" altLang="zh-TW" dirty="0" smtClean="0"/>
              <a:t>:</a:t>
            </a:r>
            <a:r>
              <a:rPr lang="zh-TW" altLang="en-US" dirty="0" smtClean="0"/>
              <a:t>  </a:t>
            </a:r>
            <a:r>
              <a:rPr lang="en-US" altLang="zh-TW" dirty="0" smtClean="0"/>
              <a:t>print ("Hello World")</a:t>
            </a:r>
          </a:p>
          <a:p>
            <a:r>
              <a:rPr lang="zh-TW" altLang="en-US" dirty="0" smtClean="0"/>
              <a:t>執行</a:t>
            </a:r>
            <a:r>
              <a:rPr lang="en-US" altLang="zh-TW" dirty="0" smtClean="0"/>
              <a:t>:</a:t>
            </a:r>
            <a:r>
              <a:rPr lang="zh-TW" altLang="en-US" dirty="0" smtClean="0"/>
              <a:t> 點選</a:t>
            </a:r>
            <a:r>
              <a:rPr lang="en-US" altLang="zh-TW" dirty="0" smtClean="0"/>
              <a:t>Run=&gt;Run Module</a:t>
            </a:r>
            <a:r>
              <a:rPr lang="zh-TW" altLang="en-US" dirty="0" smtClean="0"/>
              <a:t>    </a:t>
            </a:r>
            <a:r>
              <a:rPr lang="en-US" altLang="zh-TW" dirty="0" smtClean="0"/>
              <a:t>(F5)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79" t="27372" r="26566" b="57166"/>
          <a:stretch/>
        </p:blipFill>
        <p:spPr bwMode="auto">
          <a:xfrm>
            <a:off x="1907704" y="3645024"/>
            <a:ext cx="5040560" cy="2388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710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第一支程式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點選</a:t>
            </a:r>
            <a:r>
              <a:rPr lang="zh-TW" altLang="en-US" dirty="0" smtClean="0"/>
              <a:t>確定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 smtClean="0"/>
              <a:t>輸入檔案名稱與存放路徑</a:t>
            </a:r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132856"/>
            <a:ext cx="239077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485" y="4374134"/>
            <a:ext cx="3599715" cy="248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724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第一支程式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101"/>
          <a:stretch/>
        </p:blipFill>
        <p:spPr bwMode="auto">
          <a:xfrm>
            <a:off x="899592" y="2924944"/>
            <a:ext cx="7458490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618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第一支程式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儲存成*</a:t>
            </a:r>
            <a:r>
              <a:rPr lang="en-US" altLang="zh-TW" dirty="0" smtClean="0"/>
              <a:t>.</a:t>
            </a:r>
            <a:r>
              <a:rPr lang="en-US" altLang="zh-TW" dirty="0" err="1" smtClean="0"/>
              <a:t>py</a:t>
            </a:r>
            <a:r>
              <a:rPr lang="zh-TW" altLang="en-US" dirty="0" smtClean="0"/>
              <a:t>檔後，</a:t>
            </a:r>
            <a:r>
              <a:rPr lang="zh-TW" altLang="en-US" dirty="0"/>
              <a:t>您</a:t>
            </a:r>
            <a:r>
              <a:rPr lang="zh-TW" altLang="en-US" dirty="0" smtClean="0"/>
              <a:t>也可以透過</a:t>
            </a:r>
            <a:r>
              <a:rPr lang="en-US" altLang="zh-TW" dirty="0" err="1" smtClean="0"/>
              <a:t>cmd</a:t>
            </a:r>
            <a:r>
              <a:rPr lang="zh-TW" altLang="en-US" dirty="0" smtClean="0"/>
              <a:t>指定到檔案的存放目錄後，輸入該名稱，也能執行您寫的程式，並顯示出來。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17</a:t>
            </a:fld>
            <a:endParaRPr lang="zh-TW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221088"/>
            <a:ext cx="345757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5425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資料來源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安裝教學</a:t>
            </a:r>
            <a:r>
              <a:rPr lang="en-US" altLang="zh-TW" dirty="0" smtClean="0"/>
              <a:t>:</a:t>
            </a:r>
            <a:endParaRPr lang="en-US" altLang="zh-TW" dirty="0">
              <a:hlinkClick r:id="rId2"/>
            </a:endParaRPr>
          </a:p>
          <a:p>
            <a:r>
              <a:rPr lang="en-US" altLang="zh-TW" dirty="0" smtClean="0">
                <a:hlinkClick r:id="rId2"/>
              </a:rPr>
              <a:t>http</a:t>
            </a:r>
            <a:r>
              <a:rPr lang="en-US" altLang="zh-TW" dirty="0">
                <a:hlinkClick r:id="rId2"/>
              </a:rPr>
              <a:t>://www.foolegg.com/how-to-build-a-python-programming-environment-on-windows/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http://</a:t>
            </a:r>
            <a:r>
              <a:rPr lang="en-US" altLang="zh-TW" dirty="0" smtClean="0">
                <a:hlinkClick r:id="rId3"/>
              </a:rPr>
              <a:t>pydoing.blogspot.tw/2010/11/python-pathset.html</a:t>
            </a:r>
            <a:endParaRPr lang="en-US" altLang="zh-TW" dirty="0" smtClean="0"/>
          </a:p>
          <a:p>
            <a:r>
              <a:rPr lang="zh-TW" altLang="en-US" dirty="0" smtClean="0"/>
              <a:t>基本教學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>
                <a:hlinkClick r:id="rId4"/>
              </a:rPr>
              <a:t>http</a:t>
            </a:r>
            <a:r>
              <a:rPr lang="en-US" altLang="zh-TW" dirty="0">
                <a:hlinkClick r:id="rId4"/>
              </a:rPr>
              <a:t>://</a:t>
            </a:r>
            <a:r>
              <a:rPr lang="en-US" altLang="zh-TW" dirty="0" smtClean="0">
                <a:hlinkClick r:id="rId4"/>
              </a:rPr>
              <a:t>pydoing.blogspot.tw/2014/07/python-guide.html</a:t>
            </a:r>
            <a:endParaRPr lang="en-US" altLang="zh-TW" dirty="0" smtClean="0"/>
          </a:p>
          <a:p>
            <a:r>
              <a:rPr lang="zh-TW" altLang="en-US" dirty="0"/>
              <a:t>其他</a:t>
            </a:r>
            <a:r>
              <a:rPr lang="zh-TW" altLang="en-US" dirty="0" smtClean="0"/>
              <a:t>資料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r>
              <a:rPr lang="en-US" altLang="zh-TW" dirty="0">
                <a:hlinkClick r:id="rId5"/>
              </a:rPr>
              <a:t>http://jishus.org/?</a:t>
            </a:r>
            <a:r>
              <a:rPr lang="en-US" altLang="zh-TW" dirty="0" smtClean="0">
                <a:hlinkClick r:id="rId5"/>
              </a:rPr>
              <a:t>p=309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B679F-B516-4F2D-A646-4E2F7360E6C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911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圖釘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圖釘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31</TotalTime>
  <Words>316</Words>
  <Application>Microsoft Office PowerPoint</Application>
  <PresentationFormat>如螢幕大小 (4:3)</PresentationFormat>
  <Paragraphs>69</Paragraphs>
  <Slides>18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19" baseType="lpstr">
      <vt:lpstr>圖釘</vt:lpstr>
      <vt:lpstr>Python安裝與 第一支程式</vt:lpstr>
      <vt:lpstr>學習目標</vt:lpstr>
      <vt:lpstr>安裝</vt:lpstr>
      <vt:lpstr>安裝</vt:lpstr>
      <vt:lpstr>安裝</vt:lpstr>
      <vt:lpstr>安裝</vt:lpstr>
      <vt:lpstr>安裝</vt:lpstr>
      <vt:lpstr>安裝</vt:lpstr>
      <vt:lpstr>安裝</vt:lpstr>
      <vt:lpstr>安裝</vt:lpstr>
      <vt:lpstr>第一支程式</vt:lpstr>
      <vt:lpstr>第一支程式</vt:lpstr>
      <vt:lpstr>第一支程式</vt:lpstr>
      <vt:lpstr>第一支程式</vt:lpstr>
      <vt:lpstr>第一支程式</vt:lpstr>
      <vt:lpstr>第一支程式</vt:lpstr>
      <vt:lpstr>第一支程式</vt:lpstr>
      <vt:lpstr>資料來源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Python基本教學</dc:title>
  <dc:creator>weng1</dc:creator>
  <cp:lastModifiedBy>weng</cp:lastModifiedBy>
  <cp:revision>19</cp:revision>
  <dcterms:created xsi:type="dcterms:W3CDTF">2015-07-21T05:47:11Z</dcterms:created>
  <dcterms:modified xsi:type="dcterms:W3CDTF">2015-08-17T07:16:01Z</dcterms:modified>
</cp:coreProperties>
</file>