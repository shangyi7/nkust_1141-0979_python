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774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267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600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9155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5388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4743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60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593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1997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827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2D32-B471-43CD-836D-A15BE717DBF4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244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52D32-B471-43CD-836D-A15BE717DBF4}" type="datetimeFigureOut">
              <a:rPr lang="zh-TW" altLang="en-US" smtClean="0"/>
              <a:t>2023/11/22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44563-7243-4785-91DE-F96CFA56CA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168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9565"/>
            <a:ext cx="10515600" cy="1325563"/>
          </a:xfrm>
        </p:spPr>
        <p:txBody>
          <a:bodyPr/>
          <a:lstStyle/>
          <a:p>
            <a:r>
              <a:rPr lang="en-US" altLang="zh-TW" dirty="0"/>
              <a:t>Description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07504" y="1213227"/>
            <a:ext cx="11320670" cy="6410086"/>
          </a:xfrm>
        </p:spPr>
        <p:txBody>
          <a:bodyPr>
            <a:normAutofit/>
          </a:bodyPr>
          <a:lstStyle/>
          <a:p>
            <a:pPr algn="just"/>
            <a:r>
              <a:rPr lang="zh-TW" altLang="en-US" dirty="0"/>
              <a:t>請實作一程式，此程式可以不斷要求使用者</a:t>
            </a:r>
            <a:r>
              <a:rPr lang="zh-TW" altLang="en-US" dirty="0" smtClean="0"/>
              <a:t>輸入一組資料，此組資料包括一個日期</a:t>
            </a:r>
            <a:r>
              <a:rPr lang="en-US" altLang="zh-TW" dirty="0" smtClean="0"/>
              <a:t>DATE(</a:t>
            </a:r>
            <a:r>
              <a:rPr lang="zh-TW" altLang="en-US" dirty="0" smtClean="0"/>
              <a:t>格式為</a:t>
            </a:r>
            <a:r>
              <a:rPr lang="en-US" altLang="zh-TW" dirty="0" smtClean="0"/>
              <a:t>YYYY/MM/DD)</a:t>
            </a:r>
            <a:r>
              <a:rPr lang="zh-TW" altLang="en-US" dirty="0" smtClean="0"/>
              <a:t>以及一個整數</a:t>
            </a:r>
            <a:r>
              <a:rPr lang="en-US" altLang="zh-TW" dirty="0" smtClean="0"/>
              <a:t>N</a:t>
            </a:r>
            <a:r>
              <a:rPr lang="zh-TW" altLang="en-US" dirty="0" smtClean="0"/>
              <a:t>，直到輸入錯誤的日期為止，每組資料格式如下所示</a:t>
            </a:r>
            <a:r>
              <a:rPr lang="en-US" altLang="zh-TW" dirty="0" smtClean="0"/>
              <a:t>: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dirty="0" smtClean="0"/>
              <a:t>DATE N</a:t>
            </a:r>
            <a:endParaRPr lang="en-US" altLang="zh-TW" dirty="0"/>
          </a:p>
          <a:p>
            <a:pPr algn="just"/>
            <a:r>
              <a:rPr lang="zh-TW" altLang="en-US" dirty="0" smtClean="0"/>
              <a:t>當給定一組資料後，請根據</a:t>
            </a:r>
            <a:r>
              <a:rPr lang="en-US" altLang="zh-TW" dirty="0" smtClean="0"/>
              <a:t>DATE</a:t>
            </a:r>
            <a:r>
              <a:rPr lang="zh-TW" altLang="en-US" dirty="0" smtClean="0"/>
              <a:t>輸出此日期為一周中的哪一天</a:t>
            </a:r>
            <a:r>
              <a:rPr lang="en-US" altLang="zh-TW" dirty="0" smtClean="0"/>
              <a:t>(Sunday</a:t>
            </a:r>
            <a:r>
              <a:rPr lang="zh-TW" altLang="en-US" dirty="0" smtClean="0"/>
              <a:t>、</a:t>
            </a:r>
            <a:r>
              <a:rPr lang="en-US" altLang="zh-TW" dirty="0" smtClean="0"/>
              <a:t>Monday</a:t>
            </a:r>
            <a:r>
              <a:rPr lang="zh-TW" altLang="en-US" dirty="0" smtClean="0"/>
              <a:t>、</a:t>
            </a:r>
            <a:r>
              <a:rPr lang="en-US" altLang="zh-TW" dirty="0" smtClean="0"/>
              <a:t>…</a:t>
            </a:r>
            <a:r>
              <a:rPr lang="zh-TW" altLang="en-US" dirty="0" smtClean="0"/>
              <a:t>、</a:t>
            </a:r>
            <a:r>
              <a:rPr lang="en-US" altLang="zh-TW" dirty="0" smtClean="0"/>
              <a:t>Saturday)</a:t>
            </a:r>
            <a:r>
              <a:rPr lang="zh-TW" altLang="en-US" dirty="0" smtClean="0"/>
              <a:t>，以及當</a:t>
            </a:r>
            <a:r>
              <a:rPr lang="en-US" altLang="zh-TW" dirty="0" smtClean="0"/>
              <a:t>N&gt;=0</a:t>
            </a:r>
            <a:r>
              <a:rPr lang="zh-TW" altLang="en-US" dirty="0" smtClean="0"/>
              <a:t>時輸出此</a:t>
            </a:r>
            <a:r>
              <a:rPr lang="zh-TW" altLang="en-US" dirty="0"/>
              <a:t>日期</a:t>
            </a:r>
            <a:r>
              <a:rPr lang="zh-TW" altLang="en-US" dirty="0" smtClean="0"/>
              <a:t>的</a:t>
            </a:r>
            <a:r>
              <a:rPr lang="en-US" altLang="zh-TW" dirty="0" smtClean="0"/>
              <a:t>N</a:t>
            </a:r>
            <a:r>
              <a:rPr lang="zh-TW" altLang="en-US" dirty="0" smtClean="0"/>
              <a:t>天後的日期為何，當</a:t>
            </a:r>
            <a:r>
              <a:rPr lang="en-US" altLang="zh-TW" dirty="0" smtClean="0"/>
              <a:t>N&lt;0</a:t>
            </a:r>
            <a:r>
              <a:rPr lang="zh-TW" altLang="en-US" dirty="0" smtClean="0"/>
              <a:t>時則輸出</a:t>
            </a:r>
            <a:r>
              <a:rPr lang="zh-TW" altLang="en-US" dirty="0"/>
              <a:t>此</a:t>
            </a:r>
            <a:r>
              <a:rPr lang="zh-TW" altLang="en-US" dirty="0" smtClean="0"/>
              <a:t>日期</a:t>
            </a:r>
            <a:r>
              <a:rPr lang="en-US" altLang="zh-TW" dirty="0" smtClean="0"/>
              <a:t>|N|</a:t>
            </a:r>
            <a:r>
              <a:rPr lang="zh-TW" altLang="en-US" dirty="0" smtClean="0"/>
              <a:t>天</a:t>
            </a:r>
            <a:r>
              <a:rPr lang="zh-TW" altLang="en-US" dirty="0" smtClean="0"/>
              <a:t>前的</a:t>
            </a:r>
            <a:r>
              <a:rPr lang="zh-TW" altLang="en-US" dirty="0"/>
              <a:t>日期</a:t>
            </a:r>
            <a:r>
              <a:rPr lang="zh-TW" altLang="en-US" dirty="0" smtClean="0"/>
              <a:t>為何</a:t>
            </a:r>
            <a:endParaRPr lang="en-US" altLang="zh-TW" dirty="0" smtClean="0"/>
          </a:p>
          <a:p>
            <a:pPr lvl="1" algn="just"/>
            <a:r>
              <a:rPr lang="zh-TW" altLang="en-US" dirty="0" smtClean="0"/>
              <a:t>閏月計算方式</a:t>
            </a:r>
            <a:r>
              <a:rPr lang="en-US" altLang="zh-TW" dirty="0" smtClean="0"/>
              <a:t>(</a:t>
            </a:r>
            <a:r>
              <a:rPr lang="zh-TW" altLang="en-US" dirty="0" smtClean="0"/>
              <a:t>如果需要的話</a:t>
            </a:r>
            <a:r>
              <a:rPr lang="en-US" altLang="zh-TW" dirty="0" smtClean="0"/>
              <a:t>)</a:t>
            </a:r>
          </a:p>
          <a:p>
            <a:pPr lvl="2" algn="just"/>
            <a:r>
              <a:rPr lang="en-US" altLang="zh-TW" dirty="0"/>
              <a:t>https://www.wikihow.com/Calculate-Leap-Years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82376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-100868"/>
            <a:ext cx="10515600" cy="1325563"/>
          </a:xfrm>
        </p:spPr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4273826" y="1043041"/>
            <a:ext cx="591714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Result:</a:t>
            </a:r>
          </a:p>
          <a:p>
            <a:r>
              <a:rPr lang="en-US" altLang="zh-TW" dirty="0"/>
              <a:t>The day of the week on February 28, 2023 is Tuesday</a:t>
            </a:r>
          </a:p>
          <a:p>
            <a:r>
              <a:rPr lang="en-US" altLang="zh-TW" dirty="0"/>
              <a:t>The date after 0 days is February 28, 2023</a:t>
            </a:r>
          </a:p>
          <a:p>
            <a:r>
              <a:rPr lang="en-US" altLang="zh-TW" dirty="0">
                <a:solidFill>
                  <a:srgbClr val="0070C0"/>
                </a:solidFill>
              </a:rPr>
              <a:t>The day of the week on February 28, 2023 is Tuesday</a:t>
            </a:r>
          </a:p>
          <a:p>
            <a:r>
              <a:rPr lang="en-US" altLang="zh-TW" dirty="0">
                <a:solidFill>
                  <a:srgbClr val="0070C0"/>
                </a:solidFill>
              </a:rPr>
              <a:t>The date after 1 days is March 01, 2023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The day of the week on February 28, 2023 is Tuesday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The date after 10 days is March 10, 2023</a:t>
            </a:r>
          </a:p>
          <a:p>
            <a:r>
              <a:rPr lang="en-US" altLang="zh-TW" dirty="0">
                <a:solidFill>
                  <a:srgbClr val="7030A0"/>
                </a:solidFill>
              </a:rPr>
              <a:t>The day of the week on February 28, 2023 is Tuesday</a:t>
            </a:r>
          </a:p>
          <a:p>
            <a:r>
              <a:rPr lang="en-US" altLang="zh-TW" dirty="0">
                <a:solidFill>
                  <a:srgbClr val="7030A0"/>
                </a:solidFill>
              </a:rPr>
              <a:t>The date after 100 days is June 08, 2023</a:t>
            </a:r>
          </a:p>
          <a:p>
            <a:r>
              <a:rPr lang="en-US" altLang="zh-TW" dirty="0"/>
              <a:t>The day of the week on February 28, 2023 is Tuesday</a:t>
            </a:r>
          </a:p>
          <a:p>
            <a:r>
              <a:rPr lang="en-US" altLang="zh-TW" dirty="0"/>
              <a:t>The date before 1 days is February 27, 2023</a:t>
            </a:r>
          </a:p>
          <a:p>
            <a:r>
              <a:rPr lang="en-US" altLang="zh-TW" dirty="0">
                <a:solidFill>
                  <a:srgbClr val="0070C0"/>
                </a:solidFill>
              </a:rPr>
              <a:t>The day of the week on February 28, 2023 is Tuesday</a:t>
            </a:r>
          </a:p>
          <a:p>
            <a:r>
              <a:rPr lang="en-US" altLang="zh-TW" dirty="0">
                <a:solidFill>
                  <a:srgbClr val="0070C0"/>
                </a:solidFill>
              </a:rPr>
              <a:t>The date before 10 days is February 18, 2023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The day of the week on February 28, 2023 is Tuesday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The date before 100 days is November 20, 2022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1005653" y="1043041"/>
            <a:ext cx="19951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Input:</a:t>
            </a:r>
          </a:p>
          <a:p>
            <a:r>
              <a:rPr lang="en-US" altLang="zh-TW" dirty="0"/>
              <a:t>2023/02/28 0</a:t>
            </a:r>
          </a:p>
          <a:p>
            <a:r>
              <a:rPr lang="en-US" altLang="zh-TW" dirty="0">
                <a:solidFill>
                  <a:srgbClr val="0070C0"/>
                </a:solidFill>
              </a:rPr>
              <a:t>2023/02/28 1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2023/02/28 10</a:t>
            </a:r>
          </a:p>
          <a:p>
            <a:r>
              <a:rPr lang="en-US" altLang="zh-TW" dirty="0">
                <a:solidFill>
                  <a:srgbClr val="7030A0"/>
                </a:solidFill>
              </a:rPr>
              <a:t>2023/02/28 100</a:t>
            </a:r>
          </a:p>
          <a:p>
            <a:r>
              <a:rPr lang="en-US" altLang="zh-TW" dirty="0"/>
              <a:t>2023/02/28 -1</a:t>
            </a:r>
          </a:p>
          <a:p>
            <a:r>
              <a:rPr lang="en-US" altLang="zh-TW" dirty="0">
                <a:solidFill>
                  <a:srgbClr val="0070C0"/>
                </a:solidFill>
              </a:rPr>
              <a:t>2023/02/28 -10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2023/02/28 -100</a:t>
            </a:r>
          </a:p>
          <a:p>
            <a:r>
              <a:rPr lang="en-US" altLang="zh-TW" dirty="0"/>
              <a:t>2023/02/29 0</a:t>
            </a:r>
          </a:p>
        </p:txBody>
      </p:sp>
    </p:spTree>
    <p:extLst>
      <p:ext uri="{BB962C8B-B14F-4D97-AF65-F5344CB8AC3E}">
        <p14:creationId xmlns:p14="http://schemas.microsoft.com/office/powerpoint/2010/main" val="3664824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301</Words>
  <Application>Microsoft Office PowerPoint</Application>
  <PresentationFormat>寬螢幕</PresentationFormat>
  <Paragraphs>32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Office 佈景主題</vt:lpstr>
      <vt:lpstr>Description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作業01</dc:title>
  <dc:creator>user</dc:creator>
  <cp:lastModifiedBy>lbh</cp:lastModifiedBy>
  <cp:revision>121</cp:revision>
  <dcterms:created xsi:type="dcterms:W3CDTF">2021-07-09T04:51:52Z</dcterms:created>
  <dcterms:modified xsi:type="dcterms:W3CDTF">2023-11-22T07:22:41Z</dcterms:modified>
</cp:coreProperties>
</file>