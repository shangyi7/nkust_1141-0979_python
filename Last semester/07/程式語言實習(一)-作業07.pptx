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2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2022/10/31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6774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2022/10/31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2670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2022/10/31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6005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2022/10/31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9155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2022/10/31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5388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2022/10/31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4743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2022/10/31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600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2022/10/31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4593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2022/10/31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1997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2022/10/31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8274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2022/10/31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2449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152D32-B471-43CD-836D-A15BE717DBF4}" type="datetimeFigureOut">
              <a:rPr lang="zh-TW" altLang="en-US" smtClean="0"/>
              <a:t>2022/10/31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1688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9565"/>
            <a:ext cx="10515600" cy="1325563"/>
          </a:xfrm>
        </p:spPr>
        <p:txBody>
          <a:bodyPr/>
          <a:lstStyle/>
          <a:p>
            <a:r>
              <a:rPr lang="en-US" altLang="zh-TW" dirty="0"/>
              <a:t>Description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213228"/>
            <a:ext cx="10515600" cy="4351338"/>
          </a:xfrm>
        </p:spPr>
        <p:txBody>
          <a:bodyPr>
            <a:normAutofit/>
          </a:bodyPr>
          <a:lstStyle/>
          <a:p>
            <a:r>
              <a:rPr lang="zh-TW" altLang="en-US" dirty="0"/>
              <a:t>請試做一</a:t>
            </a:r>
            <a:r>
              <a:rPr lang="zh-TW" altLang="en-US" dirty="0" smtClean="0"/>
              <a:t>程式，此程式可以</a:t>
            </a:r>
            <a:r>
              <a:rPr lang="zh-TW" altLang="en-US" dirty="0"/>
              <a:t>允許</a:t>
            </a:r>
            <a:r>
              <a:rPr lang="zh-TW" altLang="en-US" dirty="0" smtClean="0"/>
              <a:t>使用者不斷</a:t>
            </a:r>
            <a:r>
              <a:rPr lang="zh-TW" altLang="en-US" dirty="0"/>
              <a:t>地輸入一組資料，直到此組資料為不合法資料則結束程式。每組</a:t>
            </a:r>
            <a:r>
              <a:rPr lang="zh-TW" altLang="en-US" dirty="0" smtClean="0"/>
              <a:t>資料格式如下所示：</a:t>
            </a:r>
            <a:endParaRPr lang="en-US" altLang="zh-TW" dirty="0"/>
          </a:p>
          <a:p>
            <a:pPr lvl="1"/>
            <a:r>
              <a:rPr lang="en-US" altLang="zh-TW" dirty="0"/>
              <a:t>k d</a:t>
            </a:r>
            <a:r>
              <a:rPr lang="en-US" altLang="zh-TW" baseline="-25000" dirty="0"/>
              <a:t>1</a:t>
            </a:r>
            <a:r>
              <a:rPr lang="en-US" altLang="zh-TW" dirty="0"/>
              <a:t> d</a:t>
            </a:r>
            <a:r>
              <a:rPr lang="en-US" altLang="zh-TW" baseline="-25000" dirty="0"/>
              <a:t>2 </a:t>
            </a:r>
            <a:r>
              <a:rPr lang="en-US" altLang="zh-TW" dirty="0"/>
              <a:t>d</a:t>
            </a:r>
            <a:r>
              <a:rPr lang="en-US" altLang="zh-TW" baseline="-25000" dirty="0"/>
              <a:t>3</a:t>
            </a:r>
            <a:endParaRPr lang="en-US" altLang="zh-TW" dirty="0" smtClean="0"/>
          </a:p>
          <a:p>
            <a:pPr lvl="1"/>
            <a:r>
              <a:rPr lang="en-US" altLang="zh-TW" dirty="0"/>
              <a:t>k d</a:t>
            </a:r>
            <a:r>
              <a:rPr lang="en-US" altLang="zh-TW" baseline="-25000" dirty="0"/>
              <a:t>1</a:t>
            </a:r>
            <a:r>
              <a:rPr lang="en-US" altLang="zh-TW" dirty="0"/>
              <a:t> d</a:t>
            </a:r>
            <a:r>
              <a:rPr lang="en-US" altLang="zh-TW" baseline="-25000" dirty="0"/>
              <a:t>2 </a:t>
            </a:r>
            <a:r>
              <a:rPr lang="en-US" altLang="zh-TW" dirty="0" smtClean="0"/>
              <a:t>d</a:t>
            </a:r>
            <a:r>
              <a:rPr lang="en-US" altLang="zh-TW" baseline="-25000" dirty="0" smtClean="0"/>
              <a:t>3</a:t>
            </a:r>
            <a:r>
              <a:rPr lang="en-US" altLang="zh-TW" dirty="0"/>
              <a:t> </a:t>
            </a:r>
            <a:r>
              <a:rPr lang="zh-TW" altLang="en-US" dirty="0" smtClean="0"/>
              <a:t>均需為正整數</a:t>
            </a:r>
            <a:endParaRPr lang="en-US" altLang="zh-TW" dirty="0"/>
          </a:p>
          <a:p>
            <a:r>
              <a:rPr lang="zh-TW" altLang="en-US" dirty="0" smtClean="0"/>
              <a:t>請根據每組資料，印出</a:t>
            </a:r>
            <a:r>
              <a:rPr lang="en-US" altLang="zh-TW" dirty="0" smtClean="0"/>
              <a:t> </a:t>
            </a:r>
            <a:r>
              <a:rPr lang="en-US" altLang="zh-TW" dirty="0"/>
              <a:t>d</a:t>
            </a:r>
            <a:r>
              <a:rPr lang="en-US" altLang="zh-TW" baseline="-25000" dirty="0"/>
              <a:t>1</a:t>
            </a:r>
            <a:r>
              <a:rPr lang="en-US" altLang="zh-TW" dirty="0"/>
              <a:t>, d</a:t>
            </a:r>
            <a:r>
              <a:rPr lang="en-US" altLang="zh-TW" baseline="-25000" dirty="0"/>
              <a:t>2</a:t>
            </a:r>
            <a:r>
              <a:rPr lang="en-US" altLang="zh-TW" dirty="0" smtClean="0"/>
              <a:t>,</a:t>
            </a:r>
            <a:r>
              <a:rPr lang="en-US" altLang="zh-TW" baseline="-25000" dirty="0" smtClean="0"/>
              <a:t> </a:t>
            </a:r>
            <a:r>
              <a:rPr lang="en-US" altLang="zh-TW" dirty="0" smtClean="0"/>
              <a:t>d</a:t>
            </a:r>
            <a:r>
              <a:rPr lang="en-US" altLang="zh-TW" baseline="-25000" dirty="0" smtClean="0"/>
              <a:t>3</a:t>
            </a:r>
            <a:r>
              <a:rPr lang="zh-TW" altLang="en-US" baseline="-25000" dirty="0" smtClean="0"/>
              <a:t> </a:t>
            </a:r>
            <a:r>
              <a:rPr lang="zh-TW" altLang="en-US" dirty="0" smtClean="0"/>
              <a:t>的前</a:t>
            </a:r>
            <a:r>
              <a:rPr lang="en-US" altLang="zh-TW" dirty="0" smtClean="0"/>
              <a:t>k</a:t>
            </a:r>
            <a:r>
              <a:rPr lang="zh-TW" altLang="en-US" dirty="0" smtClean="0"/>
              <a:t>小公倍數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182376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5770485" y="1708864"/>
            <a:ext cx="409497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Result:</a:t>
            </a:r>
          </a:p>
          <a:p>
            <a:r>
              <a:rPr lang="en-US" altLang="zh-TW" dirty="0"/>
              <a:t>19227 38454 57681 </a:t>
            </a:r>
          </a:p>
          <a:p>
            <a:r>
              <a:rPr lang="en-US" altLang="zh-TW" dirty="0"/>
              <a:t>9828 19656 29484 </a:t>
            </a:r>
            <a:r>
              <a:rPr lang="en-US" altLang="zh-TW" dirty="0" smtClean="0"/>
              <a:t>39312</a:t>
            </a:r>
          </a:p>
          <a:p>
            <a:r>
              <a:rPr lang="en-US" altLang="zh-TW" dirty="0" smtClean="0"/>
              <a:t>.</a:t>
            </a:r>
            <a:endParaRPr lang="en-US" altLang="zh-TW" dirty="0"/>
          </a:p>
          <a:p>
            <a:r>
              <a:rPr lang="en-US" altLang="zh-TW" dirty="0"/>
              <a:t>.</a:t>
            </a:r>
          </a:p>
          <a:p>
            <a:r>
              <a:rPr lang="en-US" altLang="zh-TW" dirty="0"/>
              <a:t>.</a:t>
            </a:r>
          </a:p>
          <a:p>
            <a:r>
              <a:rPr lang="en-US" altLang="zh-TW" dirty="0"/>
              <a:t>33110 66220 99330 132440 165550 </a:t>
            </a:r>
          </a:p>
        </p:txBody>
      </p:sp>
      <p:sp>
        <p:nvSpPr>
          <p:cNvPr id="4" name="文字方塊 3"/>
          <p:cNvSpPr txBox="1"/>
          <p:nvPr/>
        </p:nvSpPr>
        <p:spPr>
          <a:xfrm>
            <a:off x="1005653" y="1708864"/>
            <a:ext cx="199517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Input:</a:t>
            </a:r>
          </a:p>
          <a:p>
            <a:r>
              <a:rPr lang="en-US" altLang="zh-TW" dirty="0"/>
              <a:t>3 29 51 13</a:t>
            </a:r>
          </a:p>
          <a:p>
            <a:r>
              <a:rPr lang="en-US" altLang="zh-TW" dirty="0"/>
              <a:t>4 26 28 </a:t>
            </a:r>
            <a:r>
              <a:rPr lang="en-US" altLang="zh-TW" dirty="0" smtClean="0"/>
              <a:t>54</a:t>
            </a:r>
          </a:p>
          <a:p>
            <a:r>
              <a:rPr lang="en-US" altLang="zh-TW" dirty="0" smtClean="0"/>
              <a:t>.</a:t>
            </a:r>
            <a:endParaRPr lang="en-US" altLang="zh-TW" dirty="0"/>
          </a:p>
          <a:p>
            <a:r>
              <a:rPr lang="en-US" altLang="zh-TW" dirty="0"/>
              <a:t>.</a:t>
            </a:r>
          </a:p>
          <a:p>
            <a:r>
              <a:rPr lang="en-US" altLang="zh-TW" dirty="0"/>
              <a:t>.</a:t>
            </a:r>
          </a:p>
          <a:p>
            <a:r>
              <a:rPr lang="en-US" altLang="zh-TW" dirty="0"/>
              <a:t>5 77 86 </a:t>
            </a:r>
            <a:r>
              <a:rPr lang="en-US" altLang="zh-TW" dirty="0" smtClean="0"/>
              <a:t>5</a:t>
            </a:r>
          </a:p>
          <a:p>
            <a:r>
              <a:rPr lang="en-US" altLang="zh-TW" dirty="0" smtClean="0"/>
              <a:t>0</a:t>
            </a:r>
            <a:r>
              <a:rPr lang="zh-TW" altLang="en-US" dirty="0" smtClean="0"/>
              <a:t> </a:t>
            </a:r>
            <a:r>
              <a:rPr lang="en-US" altLang="zh-TW" dirty="0" smtClean="0"/>
              <a:t>1</a:t>
            </a:r>
            <a:r>
              <a:rPr lang="zh-TW" altLang="en-US" dirty="0" smtClean="0"/>
              <a:t> </a:t>
            </a:r>
            <a:r>
              <a:rPr lang="en-US" altLang="zh-TW" dirty="0" smtClean="0"/>
              <a:t>2</a:t>
            </a:r>
            <a:r>
              <a:rPr lang="zh-TW" altLang="en-US" dirty="0" smtClean="0"/>
              <a:t> </a:t>
            </a:r>
            <a:r>
              <a:rPr lang="en-US" altLang="zh-TW" dirty="0" smtClean="0"/>
              <a:t>3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64824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108</Words>
  <Application>Microsoft Office PowerPoint</Application>
  <PresentationFormat>寬螢幕</PresentationFormat>
  <Paragraphs>24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7" baseType="lpstr">
      <vt:lpstr>新細明體</vt:lpstr>
      <vt:lpstr>Arial</vt:lpstr>
      <vt:lpstr>Calibri</vt:lpstr>
      <vt:lpstr>Calibri Light</vt:lpstr>
      <vt:lpstr>Office 佈景主題</vt:lpstr>
      <vt:lpstr>Description</vt:lpstr>
      <vt:lpstr>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作業01</dc:title>
  <dc:creator>user</dc:creator>
  <cp:lastModifiedBy>lbh</cp:lastModifiedBy>
  <cp:revision>54</cp:revision>
  <dcterms:created xsi:type="dcterms:W3CDTF">2021-07-09T04:51:52Z</dcterms:created>
  <dcterms:modified xsi:type="dcterms:W3CDTF">2022-10-31T01:52:46Z</dcterms:modified>
</cp:coreProperties>
</file>