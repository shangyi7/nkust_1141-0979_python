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77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67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00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1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3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74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9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9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27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2D32-B471-43CD-836D-A15BE717DBF4}" type="datetimeFigureOut">
              <a:rPr lang="zh-TW" altLang="en-US" smtClean="0"/>
              <a:t>2022/11/28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68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69812"/>
            <a:ext cx="10515600" cy="1325563"/>
          </a:xfrm>
        </p:spPr>
        <p:txBody>
          <a:bodyPr/>
          <a:lstStyle/>
          <a:p>
            <a:r>
              <a:rPr lang="zh-TW" altLang="en-US" dirty="0"/>
              <a:t>作業說明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52760"/>
            <a:ext cx="10738282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請實作一程式，此程式可以不斷要求使用者輸入兩整數</a:t>
            </a:r>
            <a:r>
              <a:rPr lang="en-US" altLang="zh-TW" dirty="0"/>
              <a:t>N(N&gt;0)</a:t>
            </a:r>
            <a:r>
              <a:rPr lang="zh-TW" altLang="en-US" dirty="0"/>
              <a:t>、</a:t>
            </a:r>
            <a:r>
              <a:rPr lang="en-US" altLang="zh-TW" dirty="0"/>
              <a:t>B(1&lt;B&lt;=10)</a:t>
            </a:r>
            <a:r>
              <a:rPr lang="zh-TW" altLang="en-US" dirty="0"/>
              <a:t>，直到輸入的</a:t>
            </a:r>
            <a:r>
              <a:rPr lang="en-US" altLang="zh-TW" dirty="0"/>
              <a:t>N</a:t>
            </a:r>
            <a:r>
              <a:rPr lang="zh-TW" altLang="en-US" dirty="0"/>
              <a:t>或</a:t>
            </a:r>
            <a:r>
              <a:rPr lang="en-US" altLang="zh-TW" dirty="0"/>
              <a:t>B</a:t>
            </a:r>
            <a:r>
              <a:rPr lang="zh-TW" altLang="en-US" dirty="0"/>
              <a:t>不在指定範圍內時結束程式。當輸入一組</a:t>
            </a:r>
            <a:r>
              <a:rPr lang="en-US" altLang="zh-TW" dirty="0"/>
              <a:t>N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之後，請將</a:t>
            </a:r>
            <a:r>
              <a:rPr lang="en-US" altLang="zh-TW" dirty="0"/>
              <a:t>N(10</a:t>
            </a:r>
            <a:r>
              <a:rPr lang="zh-TW" altLang="en-US" dirty="0"/>
              <a:t>進制</a:t>
            </a:r>
            <a:r>
              <a:rPr lang="en-US" altLang="zh-TW" dirty="0"/>
              <a:t>)</a:t>
            </a:r>
            <a:r>
              <a:rPr lang="zh-TW" altLang="en-US" dirty="0"/>
              <a:t>轉換為</a:t>
            </a:r>
            <a:r>
              <a:rPr lang="en-US" altLang="zh-TW" dirty="0"/>
              <a:t>B</a:t>
            </a:r>
            <a:r>
              <a:rPr lang="zh-TW" altLang="en-US" dirty="0"/>
              <a:t>進制數字並輸出。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237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45936"/>
            <a:ext cx="10515600" cy="1325563"/>
          </a:xfrm>
        </p:spPr>
        <p:txBody>
          <a:bodyPr/>
          <a:lstStyle/>
          <a:p>
            <a:r>
              <a:rPr lang="zh-TW" altLang="en-US" dirty="0"/>
              <a:t>範例說明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55009" y="1279627"/>
            <a:ext cx="4664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輸入資料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16 2</a:t>
            </a:r>
          </a:p>
          <a:p>
            <a:r>
              <a:rPr lang="en-US" altLang="zh-TW" dirty="0"/>
              <a:t>10 2</a:t>
            </a:r>
          </a:p>
          <a:p>
            <a:r>
              <a:rPr lang="en-US" altLang="zh-TW" dirty="0"/>
              <a:t>16 5</a:t>
            </a:r>
          </a:p>
          <a:p>
            <a:r>
              <a:rPr lang="en-US" altLang="zh-TW" dirty="0"/>
              <a:t>0 0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041786" y="1279627"/>
            <a:ext cx="5124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輸出結果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10000</a:t>
            </a:r>
          </a:p>
          <a:p>
            <a:r>
              <a:rPr lang="en-US" altLang="zh-TW" dirty="0"/>
              <a:t>1010</a:t>
            </a:r>
          </a:p>
          <a:p>
            <a:r>
              <a:rPr lang="en-US" altLang="zh-TW" dirty="0"/>
              <a:t>31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6482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82</Words>
  <Application>Microsoft Office PowerPoint</Application>
  <PresentationFormat>寬螢幕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作業說明</vt:lpstr>
      <vt:lpstr>範例說明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作業01</dc:title>
  <dc:creator>user</dc:creator>
  <cp:lastModifiedBy>lbh</cp:lastModifiedBy>
  <cp:revision>80</cp:revision>
  <dcterms:created xsi:type="dcterms:W3CDTF">2021-07-09T04:51:52Z</dcterms:created>
  <dcterms:modified xsi:type="dcterms:W3CDTF">2022-11-28T03:51:12Z</dcterms:modified>
</cp:coreProperties>
</file>